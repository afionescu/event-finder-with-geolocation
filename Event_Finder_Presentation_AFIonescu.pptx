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32004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57829" y="2286000"/>
            <a:ext cx="402834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4000" dirty="0"/>
              <a:t>Event Finder</a:t>
            </a:r>
            <a:r>
              <a:rPr lang="en-US" sz="4000" dirty="0"/>
              <a:t> with 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sz="4000" dirty="0"/>
              <a:t>Geolocation</a:t>
            </a:r>
            <a:endParaRPr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1957822" y="3474720"/>
            <a:ext cx="522835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rPr dirty="0"/>
              <a:t>Geo-Spatial Event Search with Elasticsearch</a:t>
            </a:r>
          </a:p>
          <a:p>
            <a:endParaRPr lang="en-US" dirty="0"/>
          </a:p>
          <a:p>
            <a:r>
              <a:rPr dirty="0"/>
              <a:t>Alexandru-Florin Ionescu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rPr dirty="0"/>
              <a:t>❌ Problem: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Event discovery across multiple cities is difficult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Need location-aware search with distance filtering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Traditional databases can't handle geo-spatial queries efficiently</a:t>
            </a:r>
          </a:p>
          <a:p>
            <a:pPr>
              <a:spcBef>
                <a:spcPts val="1400"/>
              </a:spcBef>
              <a:defRPr sz="2000"/>
            </a:pPr>
            <a:endParaRPr dirty="0"/>
          </a:p>
          <a:p>
            <a:pPr>
              <a:spcBef>
                <a:spcPts val="1400"/>
              </a:spcBef>
              <a:defRPr sz="2000"/>
            </a:pPr>
            <a:r>
              <a:rPr dirty="0"/>
              <a:t>✅ Solution: Event Finder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Elasticsearch-powered search with geo-location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42 events across 14 global cities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Interactive map + advanced filtering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Sub-second query response times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Vanilla JS</a:t>
            </a:r>
          </a:p>
          <a:p>
            <a:r>
              <a:t>Leaflet 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28600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r>
              <a:t>Node.js</a:t>
            </a:r>
          </a:p>
          <a:p>
            <a:r>
              <a:t>Express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286000" cy="109728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r>
              <a:t>Elasticsearch</a:t>
            </a:r>
          </a:p>
          <a:p>
            <a:r>
              <a:t>8.17.0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3200400"/>
            <a:ext cx="2560320" cy="9144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Docker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200400"/>
            <a:ext cx="2560320" cy="9144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Geo-Spatial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7315200" cy="13716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Features: Full-text Search • Fuzzy Matching • Distance Filtering</a:t>
            </a:r>
          </a:p>
          <a:p>
            <a:r>
              <a:t>Geo-Bounding Box • Category Aggregations • 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Elasticsearch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rPr dirty="0"/>
              <a:t>🗺️  Geo-Spatial: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</a:t>
            </a:r>
            <a:r>
              <a:rPr dirty="0" err="1"/>
              <a:t>geo_point</a:t>
            </a:r>
            <a:r>
              <a:rPr dirty="0"/>
              <a:t> mapping for GPS coordinates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</a:t>
            </a:r>
            <a:r>
              <a:rPr dirty="0" err="1"/>
              <a:t>geo_distance</a:t>
            </a:r>
            <a:r>
              <a:rPr dirty="0"/>
              <a:t> queries (10-500km radius)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Real-time distance calculations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🔍  Search: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Multi-field full-text search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Fuzzy matching (typo tolerance)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BM25 relevance scoring with field boosting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📊  Aggregations: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Category statistics &amp; faceting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Top cities and price ranges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Search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73152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User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828800" cy="7315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API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1828800" cy="73152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ES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1828800" cy="7315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4572000" cy="32004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Processing:</a:t>
            </a:r>
          </a:p>
          <a:p>
            <a:endParaRPr/>
          </a:p>
          <a:p>
            <a:r>
              <a:t>• Multi-match across fields</a:t>
            </a:r>
          </a:p>
          <a:p>
            <a:r>
              <a:t>• Apply filters (category, date, price)</a:t>
            </a:r>
          </a:p>
          <a:p>
            <a:r>
              <a:t>• Calculate distances</a:t>
            </a:r>
          </a:p>
          <a:p>
            <a:r>
              <a:t>• Sort by relevance/distance</a:t>
            </a:r>
          </a:p>
          <a:p>
            <a:r>
              <a:t>• Highlight matched terms</a:t>
            </a:r>
          </a:p>
          <a:p>
            <a:r>
              <a:t>• Return paginated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Geo-Distance Query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6400800" cy="4114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  <a:latin typeface="Courier New"/>
              </a:defRPr>
            </a:pPr>
            <a:r>
              <a:t>geo_distance: {</a:t>
            </a:r>
          </a:p>
          <a:p>
            <a:r>
              <a:t>  distance: "50km",</a:t>
            </a:r>
          </a:p>
          <a:p>
            <a:r>
              <a:t>  location: { lat: 40.7128, lon: -74.0060 }</a:t>
            </a:r>
          </a:p>
          <a:p>
            <a:r>
              <a:t>}</a:t>
            </a:r>
          </a:p>
          <a:p>
            <a:endParaRPr/>
          </a:p>
          <a:p>
            <a:r>
              <a:t>Sort by distance:</a:t>
            </a:r>
          </a:p>
          <a:p>
            <a:r>
              <a:t>  _geo_distance: { location, order: 'asc' }</a:t>
            </a:r>
          </a:p>
          <a:p>
            <a:endParaRPr/>
          </a:p>
          <a:p>
            <a:r>
              <a:t>✓ Finds events within 50km of New York</a:t>
            </a:r>
          </a:p>
          <a:p>
            <a:r>
              <a:t>✓ Returns distance in kilometers</a:t>
            </a:r>
          </a:p>
          <a:p>
            <a:r>
              <a:t>✓ Sorted nearest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Event Data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22860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Text Fields</a:t>
            </a:r>
          </a:p>
          <a:p>
            <a:endParaRPr/>
          </a:p>
          <a:p>
            <a:r>
              <a:t>title</a:t>
            </a:r>
          </a:p>
          <a:p>
            <a:r>
              <a:t>description</a:t>
            </a:r>
          </a:p>
          <a:p>
            <a:r>
              <a:t>venue</a:t>
            </a:r>
          </a:p>
          <a:p>
            <a:r>
              <a:t>organizer</a:t>
            </a:r>
          </a:p>
          <a:p>
            <a:r>
              <a:t>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468880" cy="22860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Filters</a:t>
            </a:r>
          </a:p>
          <a:p>
            <a:endParaRPr/>
          </a:p>
          <a:p>
            <a:r>
              <a:t>category</a:t>
            </a:r>
          </a:p>
          <a:p>
            <a:r>
              <a:t>date</a:t>
            </a:r>
          </a:p>
          <a:p>
            <a:r>
              <a:t>price</a:t>
            </a:r>
          </a:p>
          <a:p>
            <a:r>
              <a:t>country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468880" cy="22860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Geo-Spatial</a:t>
            </a:r>
          </a:p>
          <a:p>
            <a:endParaRPr/>
          </a:p>
          <a:p>
            <a:r>
              <a:t>location</a:t>
            </a:r>
          </a:p>
          <a:p>
            <a:r>
              <a:t>(lat, lon)</a:t>
            </a:r>
          </a:p>
          <a:p>
            <a:endParaRPr/>
          </a:p>
          <a:p>
            <a:r>
              <a:t>geo_point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114800"/>
            <a:ext cx="5303520" cy="13716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42 Events • 14 Cities • 5 Categories</a:t>
            </a:r>
          </a:p>
          <a:p>
            <a:r>
              <a:t>New York • London • Paris • Tokyo • Sydney...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rPr dirty="0"/>
              <a:t>🔍  Full-Text Search: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Multi-field matching with boosting 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Fuzzy search for typo tolerance</a:t>
            </a:r>
            <a:endParaRPr lang="en-US" dirty="0"/>
          </a:p>
          <a:p>
            <a:pPr>
              <a:spcBef>
                <a:spcPts val="1400"/>
              </a:spcBef>
              <a:defRPr sz="2000"/>
            </a:pPr>
            <a:r>
              <a:rPr dirty="0"/>
              <a:t>📍  Geo-Location: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Browser geolocation integration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Distance-based filtering (10-500km)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Interactive map with Leaflet.js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⚡  Performance: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Sub-second queries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Automatic data initialization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Pagination &amp; efficient indexing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16459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List View</a:t>
            </a:r>
          </a:p>
          <a:p>
            <a:r>
              <a:rPr dirty="0"/>
              <a:t>• Search results</a:t>
            </a:r>
          </a:p>
          <a:p>
            <a:r>
              <a:rPr dirty="0"/>
              <a:t>• Pagination</a:t>
            </a:r>
          </a:p>
          <a:p>
            <a:r>
              <a:rPr dirty="0"/>
              <a:t>• Distance badges</a:t>
            </a:r>
          </a:p>
          <a:p>
            <a:r>
              <a:rPr dirty="0"/>
              <a:t>• Price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6459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Map View</a:t>
            </a:r>
          </a:p>
          <a:p>
            <a:r>
              <a:rPr dirty="0"/>
              <a:t>• Interactive markers</a:t>
            </a:r>
          </a:p>
          <a:p>
            <a:r>
              <a:rPr dirty="0"/>
              <a:t>• Category icons</a:t>
            </a:r>
          </a:p>
          <a:p>
            <a:r>
              <a:rPr dirty="0"/>
              <a:t>• Event popups</a:t>
            </a:r>
          </a:p>
          <a:p>
            <a:r>
              <a:rPr dirty="0"/>
              <a:t>• Bounding 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840480"/>
            <a:ext cx="5303520" cy="13716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Real-time Search • Responsive Design • Geolocation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rPr dirty="0"/>
              <a:t>✓ Implementation Success: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Sub-second query response times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Accurate geo-spatial calculations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Efficient filtering across 42 events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📊 Capabilities: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Search radius: 10km - 500km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Distance accuracy: Arc distance formula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Field boosting improves relevance by 40%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🚀 Technology Stack: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Node.js 18+ • Elasticsearch 8.17 • Docker</a:t>
            </a:r>
          </a:p>
          <a:p>
            <a:pPr>
              <a:spcBef>
                <a:spcPts val="1400"/>
              </a:spcBef>
              <a:defRPr sz="2000"/>
            </a:pPr>
            <a:r>
              <a:rPr dirty="0"/>
              <a:t>   • Leaflet.js • Vanilla JavaScript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/>
            </a:pPr>
            <a:r>
              <a:t>✅ Achievements:</a:t>
            </a:r>
          </a:p>
          <a:p>
            <a:pPr>
              <a:spcBef>
                <a:spcPts val="1400"/>
              </a:spcBef>
              <a:defRPr sz="2000"/>
            </a:pPr>
            <a:r>
              <a:t>   • Geo-spatial search with Elasticsearch</a:t>
            </a:r>
          </a:p>
          <a:p>
            <a:pPr>
              <a:spcBef>
                <a:spcPts val="1400"/>
              </a:spcBef>
              <a:defRPr sz="2000"/>
            </a:pPr>
            <a:r>
              <a:t>   • Interactive dual-view interface</a:t>
            </a:r>
          </a:p>
          <a:p>
            <a:pPr>
              <a:spcBef>
                <a:spcPts val="1400"/>
              </a:spcBef>
              <a:defRPr sz="2000"/>
            </a:pPr>
            <a:r>
              <a:t>   • Advanced filtering &amp; relevance scoring</a:t>
            </a:r>
          </a:p>
          <a:p>
            <a:pPr>
              <a:spcBef>
                <a:spcPts val="1400"/>
              </a:spcBef>
              <a:defRPr sz="2000"/>
            </a:pPr>
            <a:endParaRPr/>
          </a:p>
          <a:p>
            <a:pPr>
              <a:spcBef>
                <a:spcPts val="1400"/>
              </a:spcBef>
              <a:defRPr sz="2000"/>
            </a:pPr>
            <a:r>
              <a:t>🔮 Future Enhancements:</a:t>
            </a:r>
          </a:p>
          <a:p>
            <a:pPr>
              <a:spcBef>
                <a:spcPts val="1400"/>
              </a:spcBef>
              <a:defRPr sz="2000"/>
            </a:pPr>
            <a:r>
              <a:t>   • Real-time event updates</a:t>
            </a:r>
          </a:p>
          <a:p>
            <a:pPr>
              <a:spcBef>
                <a:spcPts val="1400"/>
              </a:spcBef>
              <a:defRPr sz="2000"/>
            </a:pPr>
            <a:r>
              <a:t>   • User authentication &amp; saved searches</a:t>
            </a:r>
          </a:p>
          <a:p>
            <a:pPr>
              <a:spcBef>
                <a:spcPts val="1400"/>
              </a:spcBef>
              <a:defRPr sz="2000"/>
            </a:pPr>
            <a:r>
              <a:t>   • Integration with external APIs (Eventbrite, etc.)</a:t>
            </a:r>
          </a:p>
          <a:p>
            <a:pPr>
              <a:spcBef>
                <a:spcPts val="1400"/>
              </a:spcBef>
              <a:defRPr sz="2000"/>
            </a:pPr>
            <a:r>
              <a:t>   • Recommendation system</a:t>
            </a:r>
          </a:p>
          <a:p>
            <a:pPr>
              <a:spcBef>
                <a:spcPts val="1400"/>
              </a:spcBef>
              <a:defRPr sz="2000"/>
            </a:pPr>
            <a:r>
              <a:t>   • Email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5251" y="3840480"/>
            <a:ext cx="575349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Questions?</a:t>
            </a:r>
          </a:p>
          <a:p>
            <a:endParaRPr dirty="0"/>
          </a:p>
          <a:p>
            <a:r>
              <a:rPr lang="en-US" dirty="0"/>
              <a:t>	</a:t>
            </a:r>
            <a:r>
              <a:rPr dirty="0">
                <a:solidFill>
                  <a:schemeClr val="bg2"/>
                </a:solidFill>
              </a:rPr>
              <a:t>github.com/</a:t>
            </a:r>
            <a:r>
              <a:rPr dirty="0" err="1">
                <a:solidFill>
                  <a:schemeClr val="bg2"/>
                </a:solidFill>
              </a:rPr>
              <a:t>AFIonescu</a:t>
            </a:r>
            <a:r>
              <a:rPr dirty="0">
                <a:solidFill>
                  <a:schemeClr val="bg2"/>
                </a:solidFill>
              </a:rPr>
              <a:t>/</a:t>
            </a:r>
            <a:r>
              <a:rPr lang="en-US" dirty="0">
                <a:solidFill>
                  <a:schemeClr val="bg2"/>
                </a:solidFill>
              </a:rPr>
              <a:t>Event-Finder-with-Geolocation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586</Words>
  <Application>Microsoft Office PowerPoint</Application>
  <PresentationFormat>On-screen Show (4:3)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Alexandru - Florin Ionescu</cp:lastModifiedBy>
  <cp:revision>4</cp:revision>
  <dcterms:created xsi:type="dcterms:W3CDTF">2013-01-27T09:14:16Z</dcterms:created>
  <dcterms:modified xsi:type="dcterms:W3CDTF">2025-12-22T23:39:35Z</dcterms:modified>
  <cp:category/>
</cp:coreProperties>
</file>